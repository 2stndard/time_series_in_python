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8" d="100"/>
          <a:sy n="78" d="100"/>
        </p:scale>
        <p:origin x="77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12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97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38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27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0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3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08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42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77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8283C-6D4E-4B91-8AA2-1C8EF491003D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E195C-07A3-4757-95D9-A78152099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00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69" y="729000"/>
            <a:ext cx="10468262" cy="484834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991000" y="1944000"/>
            <a:ext cx="630000" cy="405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0371000" y="1944000"/>
            <a:ext cx="630000" cy="405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741000" y="1944000"/>
            <a:ext cx="630000" cy="405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523" y="2709000"/>
            <a:ext cx="1973802" cy="2590834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1" name="꺾인 연결선 10"/>
          <p:cNvCxnSpPr>
            <a:stCxn id="5" idx="2"/>
            <a:endCxn id="9" idx="1"/>
          </p:cNvCxnSpPr>
          <p:nvPr/>
        </p:nvCxnSpPr>
        <p:spPr>
          <a:xfrm rot="16200000" flipH="1">
            <a:off x="2642053" y="3012946"/>
            <a:ext cx="1655417" cy="327523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000" y="2709000"/>
            <a:ext cx="2238983" cy="2880000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cxnSp>
        <p:nvCxnSpPr>
          <p:cNvPr id="14" name="꺾인 연결선 13"/>
          <p:cNvCxnSpPr>
            <a:stCxn id="6" idx="2"/>
            <a:endCxn id="12" idx="3"/>
          </p:cNvCxnSpPr>
          <p:nvPr/>
        </p:nvCxnSpPr>
        <p:spPr>
          <a:xfrm rot="5400000">
            <a:off x="9690492" y="3153492"/>
            <a:ext cx="1800000" cy="191017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223" y="762034"/>
            <a:ext cx="2723778" cy="109196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8" name="꺾인 연결선 17"/>
          <p:cNvCxnSpPr>
            <a:stCxn id="8" idx="1"/>
            <a:endCxn id="16" idx="2"/>
          </p:cNvCxnSpPr>
          <p:nvPr/>
        </p:nvCxnSpPr>
        <p:spPr>
          <a:xfrm rot="10800000">
            <a:off x="7299112" y="1854000"/>
            <a:ext cx="2441888" cy="292500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3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standard</dc:creator>
  <cp:lastModifiedBy>standard</cp:lastModifiedBy>
  <cp:revision>2</cp:revision>
  <dcterms:created xsi:type="dcterms:W3CDTF">2023-02-18T10:48:56Z</dcterms:created>
  <dcterms:modified xsi:type="dcterms:W3CDTF">2023-02-18T11:04:17Z</dcterms:modified>
</cp:coreProperties>
</file>