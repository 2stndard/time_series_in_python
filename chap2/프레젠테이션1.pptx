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78" d="100"/>
          <a:sy n="78" d="100"/>
        </p:scale>
        <p:origin x="77" y="202"/>
      </p:cViewPr>
      <p:guideLst>
        <p:guide orient="horz" pos="213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813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8114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349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9898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33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30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659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0559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56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614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285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C3A43F-F939-4AE5-B0FB-15C22408FFEF}" type="datetimeFigureOut">
              <a:rPr lang="ko-KR" altLang="en-US" smtClean="0"/>
              <a:t>2023-02-13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7A5D-8F8E-4577-A88C-B87445F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808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/>
          <p:cNvSpPr/>
          <p:nvPr/>
        </p:nvSpPr>
        <p:spPr>
          <a:xfrm>
            <a:off x="3081000" y="239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2023.2.3</a:t>
            </a:r>
            <a:endParaRPr lang="ko-KR" altLang="en-US" dirty="0"/>
          </a:p>
        </p:txBody>
      </p:sp>
      <p:sp>
        <p:nvSpPr>
          <p:cNvPr id="7" name="모서리가 둥근 직사각형 6"/>
          <p:cNvSpPr/>
          <p:nvPr/>
        </p:nvSpPr>
        <p:spPr>
          <a:xfrm>
            <a:off x="5421000" y="239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2023.2.4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7761000" y="239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2023.2.5</a:t>
            </a:r>
            <a:endParaRPr lang="ko-KR" altLang="en-US" dirty="0"/>
          </a:p>
        </p:txBody>
      </p:sp>
      <p:cxnSp>
        <p:nvCxnSpPr>
          <p:cNvPr id="10" name="직선 화살표 연결선 9"/>
          <p:cNvCxnSpPr>
            <a:stCxn id="6" idx="3"/>
            <a:endCxn id="7" idx="1"/>
          </p:cNvCxnSpPr>
          <p:nvPr/>
        </p:nvCxnSpPr>
        <p:spPr>
          <a:xfrm>
            <a:off x="4386000" y="2641500"/>
            <a:ext cx="1035000" cy="0"/>
          </a:xfrm>
          <a:prstGeom prst="straightConnector1">
            <a:avLst/>
          </a:prstGeom>
          <a:ln w="1905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7" idx="3"/>
            <a:endCxn id="8" idx="1"/>
          </p:cNvCxnSpPr>
          <p:nvPr/>
        </p:nvCxnSpPr>
        <p:spPr>
          <a:xfrm>
            <a:off x="6726000" y="2641500"/>
            <a:ext cx="1035000" cy="0"/>
          </a:xfrm>
          <a:prstGeom prst="straightConnector1">
            <a:avLst/>
          </a:prstGeom>
          <a:ln w="1905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21000" y="2303585"/>
            <a:ext cx="799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/>
              <a:t>freq</a:t>
            </a:r>
            <a:r>
              <a:rPr lang="en-US" altLang="ko-KR" sz="1400" dirty="0" smtClean="0"/>
              <a:t> : D</a:t>
            </a:r>
            <a:endParaRPr lang="ko-KR" altLang="en-US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6861000" y="2306537"/>
            <a:ext cx="799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/>
              <a:t>freq</a:t>
            </a:r>
            <a:r>
              <a:rPr lang="en-US" altLang="ko-KR" sz="1400" dirty="0" smtClean="0"/>
              <a:t> : D</a:t>
            </a:r>
            <a:endParaRPr lang="ko-KR" altLang="en-US" sz="1400" dirty="0"/>
          </a:p>
        </p:txBody>
      </p:sp>
      <p:sp>
        <p:nvSpPr>
          <p:cNvPr id="16" name="모서리가 둥근 직사각형 15"/>
          <p:cNvSpPr/>
          <p:nvPr/>
        </p:nvSpPr>
        <p:spPr>
          <a:xfrm>
            <a:off x="3081000" y="455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2023.2.3</a:t>
            </a:r>
            <a:endParaRPr lang="ko-KR" altLang="en-US" dirty="0"/>
          </a:p>
        </p:txBody>
      </p:sp>
      <p:cxnSp>
        <p:nvCxnSpPr>
          <p:cNvPr id="24" name="직선 연결선 23"/>
          <p:cNvCxnSpPr>
            <a:endCxn id="16" idx="1"/>
          </p:cNvCxnSpPr>
          <p:nvPr/>
        </p:nvCxnSpPr>
        <p:spPr>
          <a:xfrm>
            <a:off x="3081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4386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/>
          <p:nvPr/>
        </p:nvCxnSpPr>
        <p:spPr>
          <a:xfrm>
            <a:off x="3081000" y="4288666"/>
            <a:ext cx="1305000" cy="0"/>
          </a:xfrm>
          <a:prstGeom prst="straightConnector1">
            <a:avLst/>
          </a:prstGeom>
          <a:ln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333871" y="4113556"/>
            <a:ext cx="79925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/>
              <a:t>freq</a:t>
            </a:r>
            <a:r>
              <a:rPr lang="en-US" altLang="ko-KR" sz="1400" dirty="0" smtClean="0"/>
              <a:t> : D</a:t>
            </a:r>
            <a:endParaRPr lang="ko-KR" altLang="en-US" sz="1400" dirty="0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421000" y="455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2023.2.3</a:t>
            </a:r>
            <a:endParaRPr lang="ko-KR" altLang="en-US" dirty="0"/>
          </a:p>
        </p:txBody>
      </p:sp>
      <p:cxnSp>
        <p:nvCxnSpPr>
          <p:cNvPr id="30" name="직선 연결선 29"/>
          <p:cNvCxnSpPr>
            <a:endCxn id="29" idx="1"/>
          </p:cNvCxnSpPr>
          <p:nvPr/>
        </p:nvCxnSpPr>
        <p:spPr>
          <a:xfrm>
            <a:off x="5421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6726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/>
          <p:nvPr/>
        </p:nvCxnSpPr>
        <p:spPr>
          <a:xfrm>
            <a:off x="5421000" y="4288666"/>
            <a:ext cx="1305000" cy="0"/>
          </a:xfrm>
          <a:prstGeom prst="straightConnector1">
            <a:avLst/>
          </a:prstGeom>
          <a:ln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73871" y="4113556"/>
            <a:ext cx="79925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/>
              <a:t>freq</a:t>
            </a:r>
            <a:r>
              <a:rPr lang="en-US" altLang="ko-KR" sz="1400" dirty="0" smtClean="0"/>
              <a:t> : D</a:t>
            </a:r>
            <a:endParaRPr lang="ko-KR" altLang="en-US" sz="1400" dirty="0"/>
          </a:p>
        </p:txBody>
      </p:sp>
      <p:sp>
        <p:nvSpPr>
          <p:cNvPr id="34" name="모서리가 둥근 직사각형 33"/>
          <p:cNvSpPr/>
          <p:nvPr/>
        </p:nvSpPr>
        <p:spPr>
          <a:xfrm>
            <a:off x="7761000" y="4554000"/>
            <a:ext cx="1305000" cy="4950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2023.2.3</a:t>
            </a:r>
            <a:endParaRPr lang="ko-KR" altLang="en-US" dirty="0"/>
          </a:p>
        </p:txBody>
      </p:sp>
      <p:cxnSp>
        <p:nvCxnSpPr>
          <p:cNvPr id="35" name="직선 연결선 34"/>
          <p:cNvCxnSpPr>
            <a:endCxn id="34" idx="1"/>
          </p:cNvCxnSpPr>
          <p:nvPr/>
        </p:nvCxnSpPr>
        <p:spPr>
          <a:xfrm>
            <a:off x="7761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/>
          <p:cNvCxnSpPr/>
          <p:nvPr/>
        </p:nvCxnSpPr>
        <p:spPr>
          <a:xfrm>
            <a:off x="9066000" y="3969000"/>
            <a:ext cx="0" cy="832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>
            <a:off x="7761000" y="4288666"/>
            <a:ext cx="1305000" cy="0"/>
          </a:xfrm>
          <a:prstGeom prst="straightConnector1">
            <a:avLst/>
          </a:prstGeom>
          <a:ln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13871" y="4113556"/>
            <a:ext cx="79925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/>
              <a:t>freq</a:t>
            </a:r>
            <a:r>
              <a:rPr lang="en-US" altLang="ko-KR" sz="1400" dirty="0" smtClean="0"/>
              <a:t> : D</a:t>
            </a:r>
            <a:endParaRPr lang="ko-KR" alt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5245606" y="1810503"/>
            <a:ext cx="17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DatetimeIndex</a:t>
            </a:r>
            <a:endParaRPr lang="ko-KR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5390325" y="3567664"/>
            <a:ext cx="141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 err="1" smtClean="0"/>
              <a:t>PeriodIndex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5527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23</Words>
  <Application>Microsoft Office PowerPoint</Application>
  <PresentationFormat>와이드스크린</PresentationFormat>
  <Paragraphs>13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standard</dc:creator>
  <cp:lastModifiedBy>standard</cp:lastModifiedBy>
  <cp:revision>3</cp:revision>
  <dcterms:created xsi:type="dcterms:W3CDTF">2023-02-13T13:36:26Z</dcterms:created>
  <dcterms:modified xsi:type="dcterms:W3CDTF">2023-02-13T14:08:08Z</dcterms:modified>
</cp:coreProperties>
</file>