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2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howGuides="1">
      <p:cViewPr varScale="1">
        <p:scale>
          <a:sx n="111" d="100"/>
          <a:sy n="111" d="100"/>
        </p:scale>
        <p:origin x="510" y="114"/>
      </p:cViewPr>
      <p:guideLst>
        <p:guide orient="horz" pos="2132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45000" cy="450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3A43F-F939-4AE5-B0FB-15C22408FFEF}" type="datetimeFigureOut">
              <a:rPr lang="ko-KR" altLang="en-US" smtClean="0"/>
              <a:t>2023-02-14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77A5D-8F8E-4577-A88C-B87445F0E0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88135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3A43F-F939-4AE5-B0FB-15C22408FFEF}" type="datetimeFigureOut">
              <a:rPr lang="ko-KR" altLang="en-US" smtClean="0"/>
              <a:t>2023-02-14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77A5D-8F8E-4577-A88C-B87445F0E0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81148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3A43F-F939-4AE5-B0FB-15C22408FFEF}" type="datetimeFigureOut">
              <a:rPr lang="ko-KR" altLang="en-US" smtClean="0"/>
              <a:t>2023-02-14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77A5D-8F8E-4577-A88C-B87445F0E0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2349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3A43F-F939-4AE5-B0FB-15C22408FFEF}" type="datetimeFigureOut">
              <a:rPr lang="ko-KR" altLang="en-US" smtClean="0"/>
              <a:t>2023-02-14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77A5D-8F8E-4577-A88C-B87445F0E0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98980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3A43F-F939-4AE5-B0FB-15C22408FFEF}" type="datetimeFigureOut">
              <a:rPr lang="ko-KR" altLang="en-US" smtClean="0"/>
              <a:t>2023-02-14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77A5D-8F8E-4577-A88C-B87445F0E0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53379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3A43F-F939-4AE5-B0FB-15C22408FFEF}" type="datetimeFigureOut">
              <a:rPr lang="ko-KR" altLang="en-US" smtClean="0"/>
              <a:t>2023-02-14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77A5D-8F8E-4577-A88C-B87445F0E0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8301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3A43F-F939-4AE5-B0FB-15C22408FFEF}" type="datetimeFigureOut">
              <a:rPr lang="ko-KR" altLang="en-US" smtClean="0"/>
              <a:t>2023-02-14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77A5D-8F8E-4577-A88C-B87445F0E0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16594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3A43F-F939-4AE5-B0FB-15C22408FFEF}" type="datetimeFigureOut">
              <a:rPr lang="ko-KR" altLang="en-US" smtClean="0"/>
              <a:t>2023-02-14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77A5D-8F8E-4577-A88C-B87445F0E0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0559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3A43F-F939-4AE5-B0FB-15C22408FFEF}" type="datetimeFigureOut">
              <a:rPr lang="ko-KR" altLang="en-US" smtClean="0"/>
              <a:t>2023-02-14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77A5D-8F8E-4577-A88C-B87445F0E0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25654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3A43F-F939-4AE5-B0FB-15C22408FFEF}" type="datetimeFigureOut">
              <a:rPr lang="ko-KR" altLang="en-US" smtClean="0"/>
              <a:t>2023-02-14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77A5D-8F8E-4577-A88C-B87445F0E0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8614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3A43F-F939-4AE5-B0FB-15C22408FFEF}" type="datetimeFigureOut">
              <a:rPr lang="ko-KR" altLang="en-US" smtClean="0"/>
              <a:t>2023-02-14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77A5D-8F8E-4577-A88C-B87445F0E0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72853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C3A43F-F939-4AE5-B0FB-15C22408FFEF}" type="datetimeFigureOut">
              <a:rPr lang="ko-KR" altLang="en-US" smtClean="0"/>
              <a:t>2023-02-14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977A5D-8F8E-4577-A88C-B87445F0E0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58087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모서리가 둥근 직사각형 5"/>
          <p:cNvSpPr/>
          <p:nvPr/>
        </p:nvSpPr>
        <p:spPr>
          <a:xfrm>
            <a:off x="3081000" y="2394000"/>
            <a:ext cx="1305000" cy="495000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2023.2.3</a:t>
            </a:r>
            <a:endParaRPr lang="ko-KR" altLang="en-US" dirty="0"/>
          </a:p>
        </p:txBody>
      </p:sp>
      <p:sp>
        <p:nvSpPr>
          <p:cNvPr id="7" name="모서리가 둥근 직사각형 6"/>
          <p:cNvSpPr/>
          <p:nvPr/>
        </p:nvSpPr>
        <p:spPr>
          <a:xfrm>
            <a:off x="5421000" y="2394000"/>
            <a:ext cx="1305000" cy="495000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2023.2.4</a:t>
            </a:r>
            <a:endParaRPr lang="ko-KR" altLang="en-US" dirty="0"/>
          </a:p>
        </p:txBody>
      </p:sp>
      <p:sp>
        <p:nvSpPr>
          <p:cNvPr id="8" name="모서리가 둥근 직사각형 7"/>
          <p:cNvSpPr/>
          <p:nvPr/>
        </p:nvSpPr>
        <p:spPr>
          <a:xfrm>
            <a:off x="7761000" y="2394000"/>
            <a:ext cx="1305000" cy="495000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2023.2.5</a:t>
            </a:r>
            <a:endParaRPr lang="ko-KR" altLang="en-US" dirty="0"/>
          </a:p>
        </p:txBody>
      </p:sp>
      <p:cxnSp>
        <p:nvCxnSpPr>
          <p:cNvPr id="10" name="직선 화살표 연결선 9"/>
          <p:cNvCxnSpPr>
            <a:stCxn id="6" idx="3"/>
            <a:endCxn id="7" idx="1"/>
          </p:cNvCxnSpPr>
          <p:nvPr/>
        </p:nvCxnSpPr>
        <p:spPr>
          <a:xfrm>
            <a:off x="4386000" y="2641500"/>
            <a:ext cx="1035000" cy="0"/>
          </a:xfrm>
          <a:prstGeom prst="straightConnector1">
            <a:avLst/>
          </a:prstGeom>
          <a:ln w="19050"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/>
          <p:cNvCxnSpPr>
            <a:stCxn id="7" idx="3"/>
            <a:endCxn id="8" idx="1"/>
          </p:cNvCxnSpPr>
          <p:nvPr/>
        </p:nvCxnSpPr>
        <p:spPr>
          <a:xfrm>
            <a:off x="6726000" y="2641500"/>
            <a:ext cx="1035000" cy="0"/>
          </a:xfrm>
          <a:prstGeom prst="straightConnector1">
            <a:avLst/>
          </a:prstGeom>
          <a:ln w="19050"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521000" y="2303585"/>
            <a:ext cx="7992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 smtClean="0"/>
              <a:t>freq</a:t>
            </a:r>
            <a:r>
              <a:rPr lang="en-US" altLang="ko-KR" sz="1400" dirty="0" smtClean="0"/>
              <a:t> : D</a:t>
            </a:r>
            <a:endParaRPr lang="ko-KR" altLang="en-US" sz="1400" dirty="0"/>
          </a:p>
        </p:txBody>
      </p:sp>
      <p:sp>
        <p:nvSpPr>
          <p:cNvPr id="15" name="TextBox 14"/>
          <p:cNvSpPr txBox="1"/>
          <p:nvPr/>
        </p:nvSpPr>
        <p:spPr>
          <a:xfrm>
            <a:off x="6861000" y="2306537"/>
            <a:ext cx="7992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 smtClean="0"/>
              <a:t>freq</a:t>
            </a:r>
            <a:r>
              <a:rPr lang="en-US" altLang="ko-KR" sz="1400" dirty="0" smtClean="0"/>
              <a:t> : D</a:t>
            </a:r>
            <a:endParaRPr lang="ko-KR" altLang="en-US" sz="1400" dirty="0"/>
          </a:p>
        </p:txBody>
      </p:sp>
      <p:sp>
        <p:nvSpPr>
          <p:cNvPr id="16" name="모서리가 둥근 직사각형 15"/>
          <p:cNvSpPr/>
          <p:nvPr/>
        </p:nvSpPr>
        <p:spPr>
          <a:xfrm>
            <a:off x="3081000" y="4554000"/>
            <a:ext cx="1305000" cy="495000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2023.2.3</a:t>
            </a:r>
            <a:endParaRPr lang="ko-KR" altLang="en-US" dirty="0"/>
          </a:p>
        </p:txBody>
      </p:sp>
      <p:cxnSp>
        <p:nvCxnSpPr>
          <p:cNvPr id="24" name="직선 연결선 23"/>
          <p:cNvCxnSpPr>
            <a:endCxn id="16" idx="1"/>
          </p:cNvCxnSpPr>
          <p:nvPr/>
        </p:nvCxnSpPr>
        <p:spPr>
          <a:xfrm>
            <a:off x="3081000" y="3969000"/>
            <a:ext cx="0" cy="8325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4386000" y="3969000"/>
            <a:ext cx="0" cy="8325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/>
          <p:cNvCxnSpPr/>
          <p:nvPr/>
        </p:nvCxnSpPr>
        <p:spPr>
          <a:xfrm>
            <a:off x="3081000" y="4288666"/>
            <a:ext cx="1305000" cy="0"/>
          </a:xfrm>
          <a:prstGeom prst="straightConnector1">
            <a:avLst/>
          </a:prstGeom>
          <a:ln>
            <a:headEnd type="triangl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3333871" y="4113556"/>
            <a:ext cx="799258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ko-KR" sz="1400" dirty="0" err="1" smtClean="0"/>
              <a:t>freq</a:t>
            </a:r>
            <a:r>
              <a:rPr lang="en-US" altLang="ko-KR" sz="1400" dirty="0" smtClean="0"/>
              <a:t> : D</a:t>
            </a:r>
            <a:endParaRPr lang="ko-KR" altLang="en-US" sz="1400" dirty="0"/>
          </a:p>
        </p:txBody>
      </p:sp>
      <p:sp>
        <p:nvSpPr>
          <p:cNvPr id="29" name="모서리가 둥근 직사각형 28"/>
          <p:cNvSpPr/>
          <p:nvPr/>
        </p:nvSpPr>
        <p:spPr>
          <a:xfrm>
            <a:off x="5421000" y="4554000"/>
            <a:ext cx="1305000" cy="495000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2023.2.4</a:t>
            </a:r>
            <a:endParaRPr lang="ko-KR" altLang="en-US" dirty="0"/>
          </a:p>
        </p:txBody>
      </p:sp>
      <p:cxnSp>
        <p:nvCxnSpPr>
          <p:cNvPr id="30" name="직선 연결선 29"/>
          <p:cNvCxnSpPr>
            <a:endCxn id="29" idx="1"/>
          </p:cNvCxnSpPr>
          <p:nvPr/>
        </p:nvCxnSpPr>
        <p:spPr>
          <a:xfrm>
            <a:off x="5421000" y="3969000"/>
            <a:ext cx="0" cy="8325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/>
          <p:cNvCxnSpPr/>
          <p:nvPr/>
        </p:nvCxnSpPr>
        <p:spPr>
          <a:xfrm>
            <a:off x="6726000" y="3969000"/>
            <a:ext cx="0" cy="8325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/>
          <p:cNvCxnSpPr/>
          <p:nvPr/>
        </p:nvCxnSpPr>
        <p:spPr>
          <a:xfrm>
            <a:off x="5421000" y="4288666"/>
            <a:ext cx="1305000" cy="0"/>
          </a:xfrm>
          <a:prstGeom prst="straightConnector1">
            <a:avLst/>
          </a:prstGeom>
          <a:ln>
            <a:headEnd type="triangl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673871" y="4113556"/>
            <a:ext cx="799258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ko-KR" sz="1400" dirty="0" err="1" smtClean="0"/>
              <a:t>freq</a:t>
            </a:r>
            <a:r>
              <a:rPr lang="en-US" altLang="ko-KR" sz="1400" dirty="0" smtClean="0"/>
              <a:t> : D</a:t>
            </a:r>
            <a:endParaRPr lang="ko-KR" altLang="en-US" sz="1400" dirty="0"/>
          </a:p>
        </p:txBody>
      </p:sp>
      <p:sp>
        <p:nvSpPr>
          <p:cNvPr id="34" name="모서리가 둥근 직사각형 33"/>
          <p:cNvSpPr/>
          <p:nvPr/>
        </p:nvSpPr>
        <p:spPr>
          <a:xfrm>
            <a:off x="7761000" y="4554000"/>
            <a:ext cx="1305000" cy="495000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2023.2.5</a:t>
            </a:r>
            <a:endParaRPr lang="ko-KR" altLang="en-US" dirty="0"/>
          </a:p>
        </p:txBody>
      </p:sp>
      <p:cxnSp>
        <p:nvCxnSpPr>
          <p:cNvPr id="35" name="직선 연결선 34"/>
          <p:cNvCxnSpPr>
            <a:endCxn id="34" idx="1"/>
          </p:cNvCxnSpPr>
          <p:nvPr/>
        </p:nvCxnSpPr>
        <p:spPr>
          <a:xfrm>
            <a:off x="7761000" y="3969000"/>
            <a:ext cx="0" cy="8325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/>
          <p:cNvCxnSpPr/>
          <p:nvPr/>
        </p:nvCxnSpPr>
        <p:spPr>
          <a:xfrm>
            <a:off x="9066000" y="3969000"/>
            <a:ext cx="0" cy="8325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화살표 연결선 36"/>
          <p:cNvCxnSpPr/>
          <p:nvPr/>
        </p:nvCxnSpPr>
        <p:spPr>
          <a:xfrm>
            <a:off x="7761000" y="4288666"/>
            <a:ext cx="1305000" cy="0"/>
          </a:xfrm>
          <a:prstGeom prst="straightConnector1">
            <a:avLst/>
          </a:prstGeom>
          <a:ln>
            <a:headEnd type="triangl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8013871" y="4113556"/>
            <a:ext cx="799258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ko-KR" sz="1400" dirty="0" err="1" smtClean="0"/>
              <a:t>freq</a:t>
            </a:r>
            <a:r>
              <a:rPr lang="en-US" altLang="ko-KR" sz="1400" dirty="0" smtClean="0"/>
              <a:t> : D</a:t>
            </a:r>
            <a:endParaRPr lang="ko-KR" altLang="en-US" sz="1400" dirty="0"/>
          </a:p>
        </p:txBody>
      </p:sp>
      <p:sp>
        <p:nvSpPr>
          <p:cNvPr id="39" name="TextBox 38"/>
          <p:cNvSpPr txBox="1"/>
          <p:nvPr/>
        </p:nvSpPr>
        <p:spPr>
          <a:xfrm>
            <a:off x="5245606" y="1810503"/>
            <a:ext cx="17007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 smtClean="0"/>
              <a:t>DatetimeIndex</a:t>
            </a:r>
            <a:endParaRPr lang="ko-KR" altLang="en-US" dirty="0"/>
          </a:p>
        </p:txBody>
      </p:sp>
      <p:sp>
        <p:nvSpPr>
          <p:cNvPr id="40" name="TextBox 39"/>
          <p:cNvSpPr txBox="1"/>
          <p:nvPr/>
        </p:nvSpPr>
        <p:spPr>
          <a:xfrm>
            <a:off x="5390325" y="3567664"/>
            <a:ext cx="1411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 err="1" smtClean="0"/>
              <a:t>PeriodIndex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555272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540</TotalTime>
  <Words>23</Words>
  <Application>Microsoft Office PowerPoint</Application>
  <PresentationFormat>와이드스크린</PresentationFormat>
  <Paragraphs>13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standard</dc:creator>
  <cp:lastModifiedBy>standard</cp:lastModifiedBy>
  <cp:revision>5</cp:revision>
  <dcterms:created xsi:type="dcterms:W3CDTF">2023-02-13T13:36:26Z</dcterms:created>
  <dcterms:modified xsi:type="dcterms:W3CDTF">2023-02-14T08:48:24Z</dcterms:modified>
</cp:coreProperties>
</file>