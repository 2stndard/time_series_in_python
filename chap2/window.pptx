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 varScale="1">
        <p:scale>
          <a:sx n="78" d="100"/>
          <a:sy n="78" d="100"/>
        </p:scale>
        <p:origin x="77" y="2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1A990-2A61-47F7-B857-B3512227A8A4}" type="datetimeFigureOut">
              <a:rPr lang="ko-KR" altLang="en-US" smtClean="0"/>
              <a:t>2023-02-28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A7664-EDCB-43E6-AA44-295D70171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1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1A990-2A61-47F7-B857-B3512227A8A4}" type="datetimeFigureOut">
              <a:rPr lang="ko-KR" altLang="en-US" smtClean="0"/>
              <a:t>2023-02-28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A7664-EDCB-43E6-AA44-295D70171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498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1A990-2A61-47F7-B857-B3512227A8A4}" type="datetimeFigureOut">
              <a:rPr lang="ko-KR" altLang="en-US" smtClean="0"/>
              <a:t>2023-02-28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A7664-EDCB-43E6-AA44-295D70171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355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1A990-2A61-47F7-B857-B3512227A8A4}" type="datetimeFigureOut">
              <a:rPr lang="ko-KR" altLang="en-US" smtClean="0"/>
              <a:t>2023-02-28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A7664-EDCB-43E6-AA44-295D70171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73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1A990-2A61-47F7-B857-B3512227A8A4}" type="datetimeFigureOut">
              <a:rPr lang="ko-KR" altLang="en-US" smtClean="0"/>
              <a:t>2023-02-28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A7664-EDCB-43E6-AA44-295D70171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635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1A990-2A61-47F7-B857-B3512227A8A4}" type="datetimeFigureOut">
              <a:rPr lang="ko-KR" altLang="en-US" smtClean="0"/>
              <a:t>2023-02-28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A7664-EDCB-43E6-AA44-295D70171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868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1A990-2A61-47F7-B857-B3512227A8A4}" type="datetimeFigureOut">
              <a:rPr lang="ko-KR" altLang="en-US" smtClean="0"/>
              <a:t>2023-02-28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A7664-EDCB-43E6-AA44-295D70171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965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1A990-2A61-47F7-B857-B3512227A8A4}" type="datetimeFigureOut">
              <a:rPr lang="ko-KR" altLang="en-US" smtClean="0"/>
              <a:t>2023-02-28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A7664-EDCB-43E6-AA44-295D70171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610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1A990-2A61-47F7-B857-B3512227A8A4}" type="datetimeFigureOut">
              <a:rPr lang="ko-KR" altLang="en-US" smtClean="0"/>
              <a:t>2023-02-28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A7664-EDCB-43E6-AA44-295D70171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16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1A990-2A61-47F7-B857-B3512227A8A4}" type="datetimeFigureOut">
              <a:rPr lang="ko-KR" altLang="en-US" smtClean="0"/>
              <a:t>2023-02-28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A7664-EDCB-43E6-AA44-295D70171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72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1A990-2A61-47F7-B857-B3512227A8A4}" type="datetimeFigureOut">
              <a:rPr lang="ko-KR" altLang="en-US" smtClean="0"/>
              <a:t>2023-02-28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A7664-EDCB-43E6-AA44-295D70171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675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71A990-2A61-47F7-B857-B3512227A8A4}" type="datetimeFigureOut">
              <a:rPr lang="ko-KR" altLang="en-US" smtClean="0"/>
              <a:t>2023-02-28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A7664-EDCB-43E6-AA44-295D70171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89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156619"/>
              </p:ext>
            </p:extLst>
          </p:nvPr>
        </p:nvGraphicFramePr>
        <p:xfrm>
          <a:off x="3879750" y="1128449"/>
          <a:ext cx="4432500" cy="46011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41632">
                  <a:extLst>
                    <a:ext uri="{9D8B030D-6E8A-4147-A177-3AD203B41FA5}">
                      <a16:colId xmlns:a16="http://schemas.microsoft.com/office/drawing/2014/main" val="3524496847"/>
                    </a:ext>
                  </a:extLst>
                </a:gridCol>
                <a:gridCol w="1990868">
                  <a:extLst>
                    <a:ext uri="{9D8B030D-6E8A-4147-A177-3AD203B41FA5}">
                      <a16:colId xmlns:a16="http://schemas.microsoft.com/office/drawing/2014/main" val="2878728674"/>
                    </a:ext>
                  </a:extLst>
                </a:gridCol>
              </a:tblGrid>
              <a:tr h="4182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</a:rPr>
                        <a:t>1960-12-31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effectLst/>
                        </a:rPr>
                        <a:t>1027.469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76793938"/>
                  </a:ext>
                </a:extLst>
              </a:tr>
              <a:tr h="4182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</a:rPr>
                        <a:t>1961-12-31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effectLst/>
                        </a:rPr>
                        <a:t>1066.611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72055020"/>
                  </a:ext>
                </a:extLst>
              </a:tr>
              <a:tr h="4182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</a:rPr>
                        <a:t>1962-12-31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</a:rPr>
                        <a:t>1076.921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42993781"/>
                  </a:ext>
                </a:extLst>
              </a:tr>
              <a:tr h="4182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</a:rPr>
                        <a:t>1963-12-31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</a:rPr>
                        <a:t>1141.821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28414513"/>
                  </a:ext>
                </a:extLst>
              </a:tr>
              <a:tr h="4182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</a:rPr>
                        <a:t>1964-12-31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</a:rPr>
                        <a:t>1217.726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92368962"/>
                  </a:ext>
                </a:extLst>
              </a:tr>
              <a:tr h="41828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</a:rPr>
                        <a:t>…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175288"/>
                  </a:ext>
                </a:extLst>
              </a:tr>
              <a:tr h="4182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effectLst/>
                        </a:rPr>
                        <a:t>2016-12-31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effectLst/>
                        </a:rPr>
                        <a:t>29461.78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97743812"/>
                  </a:ext>
                </a:extLst>
              </a:tr>
              <a:tr h="4182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effectLst/>
                        </a:rPr>
                        <a:t>2017-12-31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</a:rPr>
                        <a:t>30307.4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03294075"/>
                  </a:ext>
                </a:extLst>
              </a:tr>
              <a:tr h="4182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effectLst/>
                        </a:rPr>
                        <a:t>2018-12-31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</a:rPr>
                        <a:t>31053.64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1653857"/>
                  </a:ext>
                </a:extLst>
              </a:tr>
              <a:tr h="4182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effectLst/>
                        </a:rPr>
                        <a:t>2019-12-31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</a:rPr>
                        <a:t>31640.21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18982528"/>
                  </a:ext>
                </a:extLst>
              </a:tr>
              <a:tr h="4182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</a:rPr>
                        <a:t>2020-12-31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</a:rPr>
                        <a:t>31372.47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92327446"/>
                  </a:ext>
                </a:extLst>
              </a:tr>
            </a:tbl>
          </a:graphicData>
        </a:graphic>
      </p:graphicFrame>
      <p:grpSp>
        <p:nvGrpSpPr>
          <p:cNvPr id="3" name="그룹 2"/>
          <p:cNvGrpSpPr/>
          <p:nvPr/>
        </p:nvGrpSpPr>
        <p:grpSpPr>
          <a:xfrm rot="10800000" flipH="1">
            <a:off x="3486000" y="1359000"/>
            <a:ext cx="397989" cy="1710000"/>
            <a:chOff x="3486000" y="1359000"/>
            <a:chExt cx="397989" cy="1710000"/>
          </a:xfrm>
        </p:grpSpPr>
        <p:sp>
          <p:nvSpPr>
            <p:cNvPr id="31" name="왼쪽 대괄호 30"/>
            <p:cNvSpPr/>
            <p:nvPr/>
          </p:nvSpPr>
          <p:spPr>
            <a:xfrm>
              <a:off x="3666000" y="2214000"/>
              <a:ext cx="213750" cy="855000"/>
            </a:xfrm>
            <a:prstGeom prst="leftBracket">
              <a:avLst>
                <a:gd name="adj" fmla="val 60124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왼쪽 대괄호 31"/>
            <p:cNvSpPr/>
            <p:nvPr/>
          </p:nvSpPr>
          <p:spPr>
            <a:xfrm>
              <a:off x="3576000" y="1786500"/>
              <a:ext cx="303750" cy="855000"/>
            </a:xfrm>
            <a:prstGeom prst="leftBracket">
              <a:avLst>
                <a:gd name="adj" fmla="val 60124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왼쪽 대괄호 32"/>
            <p:cNvSpPr/>
            <p:nvPr/>
          </p:nvSpPr>
          <p:spPr>
            <a:xfrm>
              <a:off x="3486000" y="1359000"/>
              <a:ext cx="397989" cy="855000"/>
            </a:xfrm>
            <a:prstGeom prst="leftBracket">
              <a:avLst>
                <a:gd name="adj" fmla="val 60124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"/>
          <p:cNvGrpSpPr/>
          <p:nvPr/>
        </p:nvGrpSpPr>
        <p:grpSpPr>
          <a:xfrm rot="10800000" flipH="1">
            <a:off x="8301000" y="1359000"/>
            <a:ext cx="1080000" cy="4185000"/>
            <a:chOff x="8301000" y="1359000"/>
            <a:chExt cx="1080000" cy="4185000"/>
          </a:xfrm>
        </p:grpSpPr>
        <p:sp>
          <p:nvSpPr>
            <p:cNvPr id="34" name="왼쪽 대괄호 33"/>
            <p:cNvSpPr/>
            <p:nvPr/>
          </p:nvSpPr>
          <p:spPr>
            <a:xfrm flipH="1" flipV="1">
              <a:off x="8312250" y="4689000"/>
              <a:ext cx="213750" cy="855000"/>
            </a:xfrm>
            <a:prstGeom prst="leftBracket">
              <a:avLst>
                <a:gd name="adj" fmla="val 60124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왼쪽 대괄호 34"/>
            <p:cNvSpPr/>
            <p:nvPr/>
          </p:nvSpPr>
          <p:spPr>
            <a:xfrm flipH="1" flipV="1">
              <a:off x="8308009" y="4261500"/>
              <a:ext cx="307991" cy="1282500"/>
            </a:xfrm>
            <a:prstGeom prst="leftBracket">
              <a:avLst>
                <a:gd name="adj" fmla="val 60124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왼쪽 대괄호 35"/>
            <p:cNvSpPr/>
            <p:nvPr/>
          </p:nvSpPr>
          <p:spPr>
            <a:xfrm flipH="1" flipV="1">
              <a:off x="8312246" y="3834000"/>
              <a:ext cx="393753" cy="1710000"/>
            </a:xfrm>
            <a:prstGeom prst="leftBracket">
              <a:avLst>
                <a:gd name="adj" fmla="val 60124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왼쪽 대괄호 36"/>
            <p:cNvSpPr/>
            <p:nvPr/>
          </p:nvSpPr>
          <p:spPr>
            <a:xfrm flipH="1" flipV="1">
              <a:off x="8312245" y="2979000"/>
              <a:ext cx="483754" cy="2565000"/>
            </a:xfrm>
            <a:prstGeom prst="leftBracket">
              <a:avLst>
                <a:gd name="adj" fmla="val 60124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왼쪽 대괄호 37"/>
            <p:cNvSpPr/>
            <p:nvPr/>
          </p:nvSpPr>
          <p:spPr>
            <a:xfrm flipH="1" flipV="1">
              <a:off x="8301000" y="2641500"/>
              <a:ext cx="630000" cy="2902500"/>
            </a:xfrm>
            <a:prstGeom prst="leftBracket">
              <a:avLst>
                <a:gd name="adj" fmla="val 60124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왼쪽 대괄호 38"/>
            <p:cNvSpPr/>
            <p:nvPr/>
          </p:nvSpPr>
          <p:spPr>
            <a:xfrm flipH="1" flipV="1">
              <a:off x="8301000" y="2214000"/>
              <a:ext cx="765000" cy="3330000"/>
            </a:xfrm>
            <a:prstGeom prst="leftBracket">
              <a:avLst>
                <a:gd name="adj" fmla="val 60124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왼쪽 대괄호 39"/>
            <p:cNvSpPr/>
            <p:nvPr/>
          </p:nvSpPr>
          <p:spPr>
            <a:xfrm flipH="1" flipV="1">
              <a:off x="8301000" y="1786500"/>
              <a:ext cx="900000" cy="3757500"/>
            </a:xfrm>
            <a:prstGeom prst="leftBracket">
              <a:avLst>
                <a:gd name="adj" fmla="val 60124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왼쪽 대괄호 40"/>
            <p:cNvSpPr/>
            <p:nvPr/>
          </p:nvSpPr>
          <p:spPr>
            <a:xfrm flipH="1" flipV="1">
              <a:off x="8301000" y="1359000"/>
              <a:ext cx="1080000" cy="4185000"/>
            </a:xfrm>
            <a:prstGeom prst="leftBracket">
              <a:avLst>
                <a:gd name="adj" fmla="val 60124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3174551" y="648005"/>
            <a:ext cx="1109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rolling(3)</a:t>
            </a:r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7977248" y="648005"/>
            <a:ext cx="1539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expanding(3)</a:t>
            </a:r>
            <a:endParaRPr lang="ko-KR" altLang="en-US" dirty="0"/>
          </a:p>
        </p:txBody>
      </p:sp>
      <p:grpSp>
        <p:nvGrpSpPr>
          <p:cNvPr id="21" name="그룹 20"/>
          <p:cNvGrpSpPr/>
          <p:nvPr/>
        </p:nvGrpSpPr>
        <p:grpSpPr>
          <a:xfrm rot="10800000" flipH="1">
            <a:off x="3483880" y="3848748"/>
            <a:ext cx="397989" cy="1710000"/>
            <a:chOff x="3486000" y="1359000"/>
            <a:chExt cx="397989" cy="1710000"/>
          </a:xfrm>
        </p:grpSpPr>
        <p:sp>
          <p:nvSpPr>
            <p:cNvPr id="22" name="왼쪽 대괄호 21"/>
            <p:cNvSpPr/>
            <p:nvPr/>
          </p:nvSpPr>
          <p:spPr>
            <a:xfrm>
              <a:off x="3666000" y="2214000"/>
              <a:ext cx="213750" cy="855000"/>
            </a:xfrm>
            <a:prstGeom prst="leftBracket">
              <a:avLst>
                <a:gd name="adj" fmla="val 60124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왼쪽 대괄호 22"/>
            <p:cNvSpPr/>
            <p:nvPr/>
          </p:nvSpPr>
          <p:spPr>
            <a:xfrm>
              <a:off x="3576000" y="1786500"/>
              <a:ext cx="303750" cy="855000"/>
            </a:xfrm>
            <a:prstGeom prst="leftBracket">
              <a:avLst>
                <a:gd name="adj" fmla="val 60124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왼쪽 대괄호 23"/>
            <p:cNvSpPr/>
            <p:nvPr/>
          </p:nvSpPr>
          <p:spPr>
            <a:xfrm>
              <a:off x="3486000" y="1359000"/>
              <a:ext cx="397989" cy="855000"/>
            </a:xfrm>
            <a:prstGeom prst="leftBracket">
              <a:avLst>
                <a:gd name="adj" fmla="val 60124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79926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000" y="1788918"/>
            <a:ext cx="5334771" cy="3280163"/>
          </a:xfrm>
          <a:prstGeom prst="rect">
            <a:avLst/>
          </a:prstGeom>
        </p:spPr>
      </p:pic>
      <p:cxnSp>
        <p:nvCxnSpPr>
          <p:cNvPr id="17" name="꺾인 연결선 16"/>
          <p:cNvCxnSpPr/>
          <p:nvPr/>
        </p:nvCxnSpPr>
        <p:spPr>
          <a:xfrm>
            <a:off x="5781000" y="2934000"/>
            <a:ext cx="742500" cy="22500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/>
          <p:nvPr/>
        </p:nvCxnSpPr>
        <p:spPr>
          <a:xfrm flipV="1">
            <a:off x="5781000" y="3564000"/>
            <a:ext cx="2025000" cy="31500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681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그룹 34"/>
          <p:cNvGrpSpPr/>
          <p:nvPr/>
        </p:nvGrpSpPr>
        <p:grpSpPr>
          <a:xfrm>
            <a:off x="1461000" y="2247251"/>
            <a:ext cx="1170000" cy="2700000"/>
            <a:chOff x="4161000" y="1989000"/>
            <a:chExt cx="1170000" cy="2700000"/>
          </a:xfrm>
        </p:grpSpPr>
        <p:sp>
          <p:nvSpPr>
            <p:cNvPr id="4" name="직사각형 3"/>
            <p:cNvSpPr/>
            <p:nvPr/>
          </p:nvSpPr>
          <p:spPr>
            <a:xfrm>
              <a:off x="4161000" y="1989000"/>
              <a:ext cx="1170000" cy="45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4161000" y="2439000"/>
              <a:ext cx="1170000" cy="45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4161000" y="2889000"/>
              <a:ext cx="1170000" cy="45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4161000" y="3339000"/>
              <a:ext cx="1170000" cy="45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4161000" y="3789000"/>
              <a:ext cx="1170000" cy="45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161000" y="4239000"/>
              <a:ext cx="1170000" cy="45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직사각형 9"/>
          <p:cNvSpPr/>
          <p:nvPr/>
        </p:nvSpPr>
        <p:spPr>
          <a:xfrm>
            <a:off x="4161000" y="1134000"/>
            <a:ext cx="1170000" cy="4500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161000" y="1584000"/>
            <a:ext cx="1170000" cy="45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…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161000" y="2034000"/>
            <a:ext cx="1170000" cy="4500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4161000" y="2484000"/>
            <a:ext cx="1170000" cy="45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…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161000" y="2934000"/>
            <a:ext cx="1170000" cy="4500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4161000" y="3384000"/>
            <a:ext cx="1170000" cy="45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…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161000" y="3810503"/>
            <a:ext cx="1170000" cy="4500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161000" y="4260503"/>
            <a:ext cx="1170000" cy="45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…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161000" y="4710503"/>
            <a:ext cx="1170000" cy="4500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4161000" y="5160503"/>
            <a:ext cx="1170000" cy="45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…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161000" y="5610503"/>
            <a:ext cx="1170000" cy="4500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/>
          <p:cNvCxnSpPr>
            <a:stCxn id="4" idx="3"/>
            <a:endCxn id="10" idx="1"/>
          </p:cNvCxnSpPr>
          <p:nvPr/>
        </p:nvCxnSpPr>
        <p:spPr>
          <a:xfrm flipV="1">
            <a:off x="2631000" y="1359000"/>
            <a:ext cx="1530000" cy="11132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stCxn id="5" idx="3"/>
            <a:endCxn id="12" idx="1"/>
          </p:cNvCxnSpPr>
          <p:nvPr/>
        </p:nvCxnSpPr>
        <p:spPr>
          <a:xfrm flipV="1">
            <a:off x="2631000" y="2259000"/>
            <a:ext cx="1530000" cy="6632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6" idx="3"/>
            <a:endCxn id="14" idx="1"/>
          </p:cNvCxnSpPr>
          <p:nvPr/>
        </p:nvCxnSpPr>
        <p:spPr>
          <a:xfrm flipV="1">
            <a:off x="2631000" y="3159000"/>
            <a:ext cx="1530000" cy="2132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stCxn id="7" idx="3"/>
            <a:endCxn id="17" idx="1"/>
          </p:cNvCxnSpPr>
          <p:nvPr/>
        </p:nvCxnSpPr>
        <p:spPr>
          <a:xfrm>
            <a:off x="2631000" y="3822251"/>
            <a:ext cx="1530000" cy="2132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8" idx="3"/>
            <a:endCxn id="19" idx="1"/>
          </p:cNvCxnSpPr>
          <p:nvPr/>
        </p:nvCxnSpPr>
        <p:spPr>
          <a:xfrm>
            <a:off x="2631000" y="4272251"/>
            <a:ext cx="1530000" cy="6632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9" idx="3"/>
            <a:endCxn id="21" idx="1"/>
          </p:cNvCxnSpPr>
          <p:nvPr/>
        </p:nvCxnSpPr>
        <p:spPr>
          <a:xfrm>
            <a:off x="2631000" y="4722251"/>
            <a:ext cx="1530000" cy="11132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631000" y="684000"/>
            <a:ext cx="1430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Upsampling</a:t>
            </a:r>
            <a:endParaRPr lang="ko-KR" altLang="en-US" dirty="0"/>
          </a:p>
        </p:txBody>
      </p:sp>
      <p:grpSp>
        <p:nvGrpSpPr>
          <p:cNvPr id="38" name="그룹 37"/>
          <p:cNvGrpSpPr/>
          <p:nvPr/>
        </p:nvGrpSpPr>
        <p:grpSpPr>
          <a:xfrm flipH="1">
            <a:off x="9696000" y="2284336"/>
            <a:ext cx="1170000" cy="2700000"/>
            <a:chOff x="4161000" y="1989000"/>
            <a:chExt cx="1170000" cy="2700000"/>
          </a:xfrm>
        </p:grpSpPr>
        <p:sp>
          <p:nvSpPr>
            <p:cNvPr id="39" name="직사각형 38"/>
            <p:cNvSpPr/>
            <p:nvPr/>
          </p:nvSpPr>
          <p:spPr>
            <a:xfrm>
              <a:off x="4161000" y="1989000"/>
              <a:ext cx="1170000" cy="45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4161000" y="2439000"/>
              <a:ext cx="1170000" cy="45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4161000" y="2889000"/>
              <a:ext cx="1170000" cy="45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4161000" y="3339000"/>
              <a:ext cx="1170000" cy="45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161000" y="3789000"/>
              <a:ext cx="1170000" cy="45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4161000" y="4239000"/>
              <a:ext cx="1170000" cy="45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5" name="직사각형 44"/>
          <p:cNvSpPr/>
          <p:nvPr/>
        </p:nvSpPr>
        <p:spPr>
          <a:xfrm flipH="1">
            <a:off x="6996000" y="1114336"/>
            <a:ext cx="1170000" cy="45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 flipH="1">
            <a:off x="6996000" y="1564336"/>
            <a:ext cx="1170000" cy="45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 flipH="1">
            <a:off x="6996000" y="2014336"/>
            <a:ext cx="1170000" cy="45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 flipH="1">
            <a:off x="6996000" y="2464336"/>
            <a:ext cx="1170000" cy="45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 flipH="1">
            <a:off x="6996000" y="2914336"/>
            <a:ext cx="1170000" cy="45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 flipH="1">
            <a:off x="6996000" y="3364336"/>
            <a:ext cx="1170000" cy="45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 flipH="1">
            <a:off x="6996000" y="3810503"/>
            <a:ext cx="1170000" cy="45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 flipH="1">
            <a:off x="6996000" y="4260503"/>
            <a:ext cx="1170000" cy="45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 flipH="1">
            <a:off x="6996000" y="4710503"/>
            <a:ext cx="1170000" cy="45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/>
          <p:cNvSpPr/>
          <p:nvPr/>
        </p:nvSpPr>
        <p:spPr>
          <a:xfrm flipH="1">
            <a:off x="6996000" y="5160503"/>
            <a:ext cx="1170000" cy="45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 flipH="1">
            <a:off x="6996000" y="5610503"/>
            <a:ext cx="1170000" cy="45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8166000" y="684000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Downsampling</a:t>
            </a:r>
            <a:endParaRPr lang="ko-KR" altLang="en-US" dirty="0"/>
          </a:p>
        </p:txBody>
      </p:sp>
      <p:sp>
        <p:nvSpPr>
          <p:cNvPr id="64" name="직사각형 63"/>
          <p:cNvSpPr/>
          <p:nvPr/>
        </p:nvSpPr>
        <p:spPr>
          <a:xfrm flipH="1">
            <a:off x="6996000" y="6054504"/>
            <a:ext cx="1170000" cy="45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6" name="오른쪽 대괄호 65"/>
          <p:cNvSpPr/>
          <p:nvPr/>
        </p:nvSpPr>
        <p:spPr>
          <a:xfrm>
            <a:off x="8166000" y="1359000"/>
            <a:ext cx="270000" cy="495000"/>
          </a:xfrm>
          <a:prstGeom prst="rightBracket">
            <a:avLst>
              <a:gd name="adj" fmla="val 91667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오른쪽 대괄호 66"/>
          <p:cNvSpPr/>
          <p:nvPr/>
        </p:nvSpPr>
        <p:spPr>
          <a:xfrm>
            <a:off x="8177265" y="2259000"/>
            <a:ext cx="270000" cy="495000"/>
          </a:xfrm>
          <a:prstGeom prst="rightBracket">
            <a:avLst>
              <a:gd name="adj" fmla="val 91667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오른쪽 대괄호 67"/>
          <p:cNvSpPr/>
          <p:nvPr/>
        </p:nvSpPr>
        <p:spPr>
          <a:xfrm>
            <a:off x="8177265" y="3159000"/>
            <a:ext cx="270000" cy="495000"/>
          </a:xfrm>
          <a:prstGeom prst="rightBracket">
            <a:avLst>
              <a:gd name="adj" fmla="val 91667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오른쪽 대괄호 68"/>
          <p:cNvSpPr/>
          <p:nvPr/>
        </p:nvSpPr>
        <p:spPr>
          <a:xfrm>
            <a:off x="8177265" y="3982577"/>
            <a:ext cx="270000" cy="495000"/>
          </a:xfrm>
          <a:prstGeom prst="rightBracket">
            <a:avLst>
              <a:gd name="adj" fmla="val 91667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오른쪽 대괄호 69"/>
          <p:cNvSpPr/>
          <p:nvPr/>
        </p:nvSpPr>
        <p:spPr>
          <a:xfrm>
            <a:off x="8166000" y="4808534"/>
            <a:ext cx="270000" cy="495000"/>
          </a:xfrm>
          <a:prstGeom prst="rightBracket">
            <a:avLst>
              <a:gd name="adj" fmla="val 91667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오른쪽 대괄호 70"/>
          <p:cNvSpPr/>
          <p:nvPr/>
        </p:nvSpPr>
        <p:spPr>
          <a:xfrm>
            <a:off x="8177265" y="5807004"/>
            <a:ext cx="270000" cy="495000"/>
          </a:xfrm>
          <a:prstGeom prst="rightBracket">
            <a:avLst>
              <a:gd name="adj" fmla="val 91667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3" name="직선 화살표 연결선 72"/>
          <p:cNvCxnSpPr>
            <a:stCxn id="66" idx="2"/>
            <a:endCxn id="39" idx="3"/>
          </p:cNvCxnSpPr>
          <p:nvPr/>
        </p:nvCxnSpPr>
        <p:spPr>
          <a:xfrm>
            <a:off x="8436000" y="1606500"/>
            <a:ext cx="1260000" cy="902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>
            <a:stCxn id="67" idx="2"/>
            <a:endCxn id="40" idx="3"/>
          </p:cNvCxnSpPr>
          <p:nvPr/>
        </p:nvCxnSpPr>
        <p:spPr>
          <a:xfrm>
            <a:off x="8447265" y="2506500"/>
            <a:ext cx="1248735" cy="452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68" idx="2"/>
            <a:endCxn id="41" idx="3"/>
          </p:cNvCxnSpPr>
          <p:nvPr/>
        </p:nvCxnSpPr>
        <p:spPr>
          <a:xfrm>
            <a:off x="8447265" y="3406500"/>
            <a:ext cx="1248735" cy="2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>
            <a:stCxn id="69" idx="2"/>
            <a:endCxn id="42" idx="3"/>
          </p:cNvCxnSpPr>
          <p:nvPr/>
        </p:nvCxnSpPr>
        <p:spPr>
          <a:xfrm flipV="1">
            <a:off x="8447265" y="3859336"/>
            <a:ext cx="1248735" cy="370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>
            <a:stCxn id="70" idx="2"/>
            <a:endCxn id="43" idx="3"/>
          </p:cNvCxnSpPr>
          <p:nvPr/>
        </p:nvCxnSpPr>
        <p:spPr>
          <a:xfrm flipV="1">
            <a:off x="8436000" y="4309336"/>
            <a:ext cx="1260000" cy="746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>
            <a:stCxn id="71" idx="2"/>
            <a:endCxn id="44" idx="3"/>
          </p:cNvCxnSpPr>
          <p:nvPr/>
        </p:nvCxnSpPr>
        <p:spPr>
          <a:xfrm flipV="1">
            <a:off x="8447265" y="4759336"/>
            <a:ext cx="1248735" cy="1295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110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32</Words>
  <Application>Microsoft Office PowerPoint</Application>
  <PresentationFormat>와이드스크린</PresentationFormat>
  <Paragraphs>30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standard</dc:creator>
  <cp:lastModifiedBy>standard</cp:lastModifiedBy>
  <cp:revision>10</cp:revision>
  <dcterms:created xsi:type="dcterms:W3CDTF">2023-02-27T13:31:41Z</dcterms:created>
  <dcterms:modified xsi:type="dcterms:W3CDTF">2023-02-28T16:37:38Z</dcterms:modified>
</cp:coreProperties>
</file>